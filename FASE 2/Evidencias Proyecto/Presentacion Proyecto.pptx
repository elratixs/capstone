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79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277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606A-EE5E-4E75-8D05-56C6B761674C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FF242-B618-4888-895B-752016CD184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9046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CE91-09CA-7C7B-58F7-CF8C77C03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2B9214-5B69-D83F-C32C-76C04521B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E876E0-F8B5-911D-2C60-2735ACD0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77122B-2987-19D3-D060-2C3F89FE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916226-2FF5-21DA-2CB7-CE72501F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747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0C301-3548-6BFE-07D0-7D66C34A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8CEF0D-6D4A-718A-CE50-56985918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88E080-4E5B-7741-F88F-E67A7F56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AA775-AD3E-34F3-7CAA-A799E127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04D8E3-C86D-E2F5-43A1-AEEF2CC2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128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AD700-259D-83EA-8FDC-9E04814F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25ABF3-9D57-EAD6-C5C8-4047A428D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B94D5-52B8-6A73-19BD-534FD10D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268B68-5478-D75A-DE0C-375D9F40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A42F0-FBEE-D03D-CAF6-48FC369AB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624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89EE5-3619-E743-C3CE-C56E077F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CEF5A-259E-BB7F-CD93-933D530C6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2D9873-5421-6648-6727-765A159A1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8F05F-E46A-05BF-E619-A592D1618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B933C3-B643-4FA0-94AC-C41E75DC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239717-454A-E677-3AC2-ED8FF4E7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181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81D7A-EC0C-620D-A639-58DC088A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09323E-F449-95AC-572B-290BFC8A5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4C94C8-8875-171F-83F8-2A7A70342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E18AD6-8DE4-33AD-4284-5A990A1A2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97EC59-253F-3C32-E7AA-E5A54BE54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852C79F-37D2-3891-C209-B5F9E2C9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E0AD58-A35D-FC51-9D64-B1B174D3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F29CC8-B819-5DCD-CFDF-C2BA2578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810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5B8E0-5EA2-A03C-14AF-B1B3D986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4E5C02-D75F-887B-DD5B-7A0937E6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736A76-873B-2ABD-31F9-14F72EC0D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33009F-702D-7A22-6DEC-CFA688BE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3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55C1DD-29A0-E224-D5A4-D8BBDAB2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97FEE-6CED-597E-6119-3413E695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BEA7B3-C523-E6D1-705C-D5F203DB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20339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63DB4-415E-177B-6EAE-5DACE32C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B784B-9FD1-CF68-05CE-C3BE106BB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34B136-8AF0-54BC-6153-7CB31D699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B2E51F-9966-50CA-B362-F2C2E146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08739E-CF0D-8B09-D810-F3006756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C071A4-0B00-0432-158D-1D735584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923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99C96-8244-301C-4DA5-EBCEDFE7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BD586F-7F12-4355-45FC-79E5ACAF8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7FF1A8-012A-6BE4-115A-967E22BA2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7CFA32-33AF-A6AA-A8A1-62A6897D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2230CE-D9F6-D881-93A6-B539CC543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1A8074-6A8C-DA7E-69B9-B302E25B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272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B44EB-F431-8F01-00FA-40B52070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7AD2F6-220F-83B5-85D2-9D0EE6518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C3E291-3631-EEE0-8651-E03862E70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F11713-0497-4099-B1A6-041030E6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CA0856-D63D-4741-2BD7-38FCBCD8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894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7B27E4-97E1-4321-E672-A08D83D2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179014-DBFB-77DF-0425-0130F6385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AC3E11-55FB-86ED-BC22-1149EC54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A682BB-BFBF-EDEA-81C1-A4876C27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D58A1E-C865-07D9-A3B4-B95E81BF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067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27A33BE-DF61-F85E-BE3A-B0E19694F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8506B0-5B10-4A85-2410-A60716C1E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26F1E0-BA6B-E15F-139A-9CC3B168D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D2FAF-F211-4399-A261-5FA465ACB2A2}" type="datetimeFigureOut">
              <a:rPr lang="es-CL" smtClean="0"/>
              <a:t>30-09-2026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FEBD4-DD56-FAC1-E0CD-83B0A5629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850B2E-354B-91CD-F5B5-160FC8E32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C4063-326B-4B92-AA20-68BC369205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657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49D019-6BDA-0199-CFF5-6C6E7742A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s-MX" sz="4400" dirty="0"/>
              <a:t>Proyecto WellQ App Exámenes Medicos</a:t>
            </a:r>
            <a:endParaRPr lang="es-CL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5FF1BF-F01E-DECF-38B2-3D8F58BBB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8" y="4846320"/>
            <a:ext cx="3734014" cy="1085218"/>
          </a:xfrm>
        </p:spPr>
        <p:txBody>
          <a:bodyPr>
            <a:noAutofit/>
          </a:bodyPr>
          <a:lstStyle/>
          <a:p>
            <a:pPr algn="l"/>
            <a:r>
              <a:rPr lang="es-CL" sz="1100" dirty="0"/>
              <a:t>Integrantes: Mauricio Pavez / Renato Toro / Alex Fuentes</a:t>
            </a:r>
          </a:p>
          <a:p>
            <a:pPr algn="l"/>
            <a:r>
              <a:rPr lang="es-CL" sz="1100" dirty="0"/>
              <a:t>Profesor: Luis Alberto Bravo Yanes</a:t>
            </a:r>
          </a:p>
          <a:p>
            <a:pPr algn="l"/>
            <a:r>
              <a:rPr lang="es-MX" sz="1100" dirty="0"/>
              <a:t>Sección: 002V</a:t>
            </a:r>
            <a:endParaRPr lang="es-CL" sz="1100" dirty="0"/>
          </a:p>
          <a:p>
            <a:pPr algn="l"/>
            <a:endParaRPr lang="es-CL" sz="14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0FE18EA-13B1-4B82-464D-FA70AD323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13" y="926462"/>
            <a:ext cx="3474720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n 13" descr="Analista Programador: Qué hace, en qué trabaja y cuánto gana">
            <a:extLst>
              <a:ext uri="{FF2B5EF4-FFF2-40B4-BE49-F238E27FC236}">
                <a16:creationId xmlns:a16="http://schemas.microsoft.com/office/drawing/2014/main" id="{79FB0077-B864-396F-9E6E-40AE6C2C4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346" y="0"/>
            <a:ext cx="6936606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5230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PROBLEMA Y SOLUCIÓN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011D51F-BDAE-7108-D313-4B830F2752C2}"/>
              </a:ext>
            </a:extLst>
          </p:cNvPr>
          <p:cNvSpPr txBox="1"/>
          <p:nvPr/>
        </p:nvSpPr>
        <p:spPr>
          <a:xfrm>
            <a:off x="970548" y="2150001"/>
            <a:ext cx="1025090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/>
              <a:t>Problema</a:t>
            </a:r>
          </a:p>
          <a:p>
            <a:endParaRPr lang="es-CL" sz="1600" b="1" dirty="0"/>
          </a:p>
          <a:p>
            <a:r>
              <a:rPr lang="es-CL" sz="1600" dirty="0"/>
              <a:t>La plataforma WellQ no contaba con una gestión centralizada de los documentos correspondientes a exámenes médicos.</a:t>
            </a:r>
          </a:p>
          <a:p>
            <a:endParaRPr lang="es-CL" sz="1600" dirty="0"/>
          </a:p>
          <a:p>
            <a:r>
              <a:rPr lang="es-CL" sz="1600" dirty="0"/>
              <a:t>Esto dificultaba:</a:t>
            </a:r>
          </a:p>
          <a:p>
            <a:endParaRPr lang="es-CL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/>
              <a:t>Almacenar los documentos de forma organizada.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/>
              <a:t>Asociarlos correctamente a los pacientes.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/>
              <a:t>Consultarlos cuando fueran necesarios.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/>
              <a:t>Mantenerlos disponibles dentro de la plataforma.</a:t>
            </a:r>
          </a:p>
          <a:p>
            <a:pPr lvl="0"/>
            <a:endParaRPr lang="es-CL" sz="1600" dirty="0"/>
          </a:p>
          <a:p>
            <a:r>
              <a:rPr lang="es-CL" sz="1600" b="1" dirty="0"/>
              <a:t>Solución</a:t>
            </a:r>
          </a:p>
          <a:p>
            <a:endParaRPr lang="es-CL" sz="1600" b="1" dirty="0"/>
          </a:p>
          <a:p>
            <a:r>
              <a:rPr lang="es-CL" sz="1600" dirty="0"/>
              <a:t>Desarrollamos </a:t>
            </a:r>
            <a:r>
              <a:rPr lang="es-CL" sz="1600" b="1" dirty="0"/>
              <a:t>WellQ App Exámenes Médicos</a:t>
            </a:r>
            <a:r>
              <a:rPr lang="es-CL" sz="1600" dirty="0"/>
              <a:t>, una funcionalidad que permite gestionar estos documentos directamente desde la plataforma.</a:t>
            </a:r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C686-A148-F71B-F37D-9466A8DC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6B0F52F-78B1-77F3-58B4-5CA089497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65E782C-3BB6-97DA-8A41-263FCBAF6A7F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F16DF4-2BB2-84F7-9ACF-0372E29D14F7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¿QUÉ DESARROLLAMOS?</a:t>
            </a:r>
            <a:r>
              <a:rPr lang="es-MX" sz="3600" b="1" dirty="0"/>
              <a:t> </a:t>
            </a:r>
            <a:endParaRPr lang="es-CL" b="1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89EF79A-9F1D-1835-D87C-08B414CE1FB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E2489AD-6095-284F-1B1C-952D3127715F}"/>
              </a:ext>
            </a:extLst>
          </p:cNvPr>
          <p:cNvSpPr txBox="1"/>
          <p:nvPr/>
        </p:nvSpPr>
        <p:spPr>
          <a:xfrm>
            <a:off x="4391227" y="2732263"/>
            <a:ext cx="3409543" cy="2862322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Funcionalidades principales</a:t>
            </a:r>
          </a:p>
          <a:p>
            <a:endParaRPr lang="es-CL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Carga de exámenes médicos.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Validación de archivos.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Asociación a pacientes.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Consulta de documentos.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Descarga de exámenes.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Borrado lógico.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Control de acceso.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Auditoría.</a:t>
            </a:r>
          </a:p>
        </p:txBody>
      </p:sp>
      <p:pic>
        <p:nvPicPr>
          <p:cNvPr id="4" name="Imagen 3" descr="Hombre Pensando PNG para descargar gratis">
            <a:extLst>
              <a:ext uri="{FF2B5EF4-FFF2-40B4-BE49-F238E27FC236}">
                <a16:creationId xmlns:a16="http://schemas.microsoft.com/office/drawing/2014/main" id="{A964B3ED-5E2F-6AAD-22B6-3A404FF42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695" y="2041218"/>
            <a:ext cx="3289403" cy="3553367"/>
          </a:xfrm>
          <a:prstGeom prst="rect">
            <a:avLst/>
          </a:prstGeom>
        </p:spPr>
      </p:pic>
      <p:pic>
        <p:nvPicPr>
          <p:cNvPr id="11" name="Imagen 10" descr="Imágenes de Hombre pensando png: descarga gratuita en Magnific  (anteriormente Freepik)">
            <a:extLst>
              <a:ext uri="{FF2B5EF4-FFF2-40B4-BE49-F238E27FC236}">
                <a16:creationId xmlns:a16="http://schemas.microsoft.com/office/drawing/2014/main" id="{E61842D9-D463-93F6-F8D0-1F0A41024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36" y="2041217"/>
            <a:ext cx="2770666" cy="355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7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FBF4-9462-4A2C-B92C-6695DD38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CC44CD6A-8545-2471-B404-1CB3E8313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BD7608-4EA4-08EB-305A-32C6F766A522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C0F4EB-10D2-56BC-9C44-506DF616950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477AD94-B690-CC53-5D41-A2D37E571766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DD24C33-D82F-F334-9436-DBF4F7014F90}"/>
              </a:ext>
            </a:extLst>
          </p:cNvPr>
          <p:cNvSpPr txBox="1"/>
          <p:nvPr/>
        </p:nvSpPr>
        <p:spPr>
          <a:xfrm>
            <a:off x="7780743" y="2046225"/>
            <a:ext cx="2267327" cy="4616648"/>
          </a:xfrm>
          <a:prstGeom prst="rect">
            <a:avLst/>
          </a:prstGeom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1400" b="1" dirty="0"/>
              <a:t>Frontend</a:t>
            </a:r>
          </a:p>
          <a:p>
            <a:endParaRPr lang="es-CL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Flutter / Dart </a:t>
            </a:r>
          </a:p>
          <a:p>
            <a:pPr lvl="0"/>
            <a:endParaRPr lang="es-CL" sz="1400" dirty="0"/>
          </a:p>
          <a:p>
            <a:r>
              <a:rPr lang="es-CL" sz="1400" b="1" dirty="0"/>
              <a:t>Backend</a:t>
            </a:r>
          </a:p>
          <a:p>
            <a:endParaRPr lang="es-CL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Node.js / TypeScript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API </a:t>
            </a:r>
          </a:p>
          <a:p>
            <a:pPr lvl="0"/>
            <a:endParaRPr lang="es-CL" sz="1400" dirty="0"/>
          </a:p>
          <a:p>
            <a:r>
              <a:rPr lang="es-CL" sz="1400" b="1" dirty="0"/>
              <a:t>Datos y almacenamiento</a:t>
            </a:r>
          </a:p>
          <a:p>
            <a:endParaRPr lang="es-CL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PostgreSQL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MinIO / S3 </a:t>
            </a:r>
          </a:p>
          <a:p>
            <a:pPr lvl="0"/>
            <a:endParaRPr lang="es-CL" sz="1400" dirty="0"/>
          </a:p>
          <a:p>
            <a:r>
              <a:rPr lang="es-CL" sz="1400" b="1" dirty="0"/>
              <a:t>Otros</a:t>
            </a:r>
          </a:p>
          <a:p>
            <a:endParaRPr lang="es-CL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Docker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JWT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GitHub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Jest / Supertest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400" dirty="0"/>
              <a:t>Swagger</a:t>
            </a:r>
          </a:p>
        </p:txBody>
      </p:sp>
      <p:pic>
        <p:nvPicPr>
          <p:cNvPr id="2" name="Imagen 1" descr="Papa a Pontificia Academia para la Vida: tecnologías bien utilizadas pueden  dar buenos frutos - Vatican News">
            <a:extLst>
              <a:ext uri="{FF2B5EF4-FFF2-40B4-BE49-F238E27FC236}">
                <a16:creationId xmlns:a16="http://schemas.microsoft.com/office/drawing/2014/main" id="{F9C055D2-9F81-1598-A0B0-6FAE62BC0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18" y="2854204"/>
            <a:ext cx="5332978" cy="300068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30361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3F61-8E11-7A94-9654-0340A1B9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5115B5B1-4709-24D8-6E2F-E1E61E2BA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E285932-21AE-787A-DFE0-8815D4616427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41CEC4C-BB47-6E66-6069-9A3F354B9377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16D00EA-EA52-61BA-90F3-406D03FF008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E6270AE9-CFC1-5E47-A54F-61D7733F8D8A}"/>
              </a:ext>
            </a:extLst>
          </p:cNvPr>
          <p:cNvSpPr txBox="1"/>
          <p:nvPr/>
        </p:nvSpPr>
        <p:spPr>
          <a:xfrm>
            <a:off x="970548" y="2150001"/>
            <a:ext cx="10250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/>
              <a:t>Trabajo mediante incrementos</a:t>
            </a:r>
          </a:p>
          <a:p>
            <a:endParaRPr lang="es-CL" sz="1600" b="1" dirty="0"/>
          </a:p>
          <a:p>
            <a:r>
              <a:rPr lang="es-CL" sz="1600" dirty="0"/>
              <a:t>El proyecto fue desarrollado progresivamente, implementando y validando las funcionalidades en distintos incrementos.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D41262-12B4-8145-2B93-472B80203272}"/>
              </a:ext>
            </a:extLst>
          </p:cNvPr>
          <p:cNvSpPr txBox="1"/>
          <p:nvPr/>
        </p:nvSpPr>
        <p:spPr>
          <a:xfrm>
            <a:off x="3190509" y="3600040"/>
            <a:ext cx="2717033" cy="2800767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1600" b="1" dirty="0"/>
              <a:t>Incrementos realizados:</a:t>
            </a:r>
          </a:p>
          <a:p>
            <a:endParaRPr lang="es-CL" sz="1600" dirty="0"/>
          </a:p>
          <a:p>
            <a:r>
              <a:rPr lang="es-CL" sz="1600" b="1" dirty="0"/>
              <a:t>1</a:t>
            </a:r>
            <a:r>
              <a:rPr lang="es-CL" sz="1600" dirty="0"/>
              <a:t> → Base del proyecto</a:t>
            </a:r>
            <a:br>
              <a:rPr lang="es-CL" sz="1600" dirty="0"/>
            </a:br>
            <a:r>
              <a:rPr lang="es-CL" sz="1600" b="1" dirty="0"/>
              <a:t>2</a:t>
            </a:r>
            <a:r>
              <a:rPr lang="es-CL" sz="1600" dirty="0"/>
              <a:t> → Carga y validación</a:t>
            </a:r>
            <a:br>
              <a:rPr lang="es-CL" sz="1600" dirty="0"/>
            </a:br>
            <a:r>
              <a:rPr lang="es-CL" sz="1600" b="1" dirty="0"/>
              <a:t>3</a:t>
            </a:r>
            <a:r>
              <a:rPr lang="es-CL" sz="1600" dirty="0"/>
              <a:t> → Asociación a pacientes</a:t>
            </a:r>
            <a:br>
              <a:rPr lang="es-CL" sz="1600" dirty="0"/>
            </a:br>
            <a:r>
              <a:rPr lang="es-CL" sz="1600" b="1" dirty="0"/>
              <a:t>4</a:t>
            </a:r>
            <a:r>
              <a:rPr lang="es-CL" sz="1600" dirty="0"/>
              <a:t> → Consulta</a:t>
            </a:r>
            <a:br>
              <a:rPr lang="es-CL" sz="1600" dirty="0"/>
            </a:br>
            <a:r>
              <a:rPr lang="es-CL" sz="1600" b="1" dirty="0"/>
              <a:t>5</a:t>
            </a:r>
            <a:r>
              <a:rPr lang="es-CL" sz="1600" dirty="0"/>
              <a:t> → Descarga</a:t>
            </a:r>
            <a:br>
              <a:rPr lang="es-CL" sz="1600" dirty="0"/>
            </a:br>
            <a:r>
              <a:rPr lang="es-CL" sz="1600" b="1" dirty="0"/>
              <a:t>6</a:t>
            </a:r>
            <a:r>
              <a:rPr lang="es-CL" sz="1600" dirty="0"/>
              <a:t> → Borrado lógico</a:t>
            </a:r>
            <a:br>
              <a:rPr lang="es-CL" sz="1600" dirty="0"/>
            </a:br>
            <a:r>
              <a:rPr lang="es-CL" sz="1600" b="1" dirty="0"/>
              <a:t>7</a:t>
            </a:r>
            <a:r>
              <a:rPr lang="es-CL" sz="1600" dirty="0"/>
              <a:t> → Seguridad y multitenancy</a:t>
            </a:r>
            <a:br>
              <a:rPr lang="es-CL" sz="1600" dirty="0"/>
            </a:br>
            <a:r>
              <a:rPr lang="es-CL" sz="1600" b="1" dirty="0"/>
              <a:t>8</a:t>
            </a:r>
            <a:r>
              <a:rPr lang="es-CL" sz="1600" dirty="0"/>
              <a:t> → Auditoría e integración</a:t>
            </a:r>
            <a:br>
              <a:rPr lang="es-CL" sz="1600" dirty="0"/>
            </a:br>
            <a:r>
              <a:rPr lang="es-CL" sz="1600" b="1" dirty="0"/>
              <a:t>9</a:t>
            </a:r>
            <a:r>
              <a:rPr lang="es-CL" sz="1600" dirty="0"/>
              <a:t> → Cierre final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82A428-E353-5C8B-224F-19FADB049A40}"/>
              </a:ext>
            </a:extLst>
          </p:cNvPr>
          <p:cNvSpPr txBox="1"/>
          <p:nvPr/>
        </p:nvSpPr>
        <p:spPr>
          <a:xfrm>
            <a:off x="6674204" y="4831146"/>
            <a:ext cx="2919503" cy="338554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Estado actual: INCREMENTO 8</a:t>
            </a:r>
          </a:p>
        </p:txBody>
      </p:sp>
    </p:spTree>
    <p:extLst>
      <p:ext uri="{BB962C8B-B14F-4D97-AF65-F5344CB8AC3E}">
        <p14:creationId xmlns:p14="http://schemas.microsoft.com/office/powerpoint/2010/main" val="34838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6FABF-6AF8-F7DB-65C9-161C1553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08463C3-22D0-2836-4AB8-47CB70F96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7BB0A9B-A621-7AFA-6216-D1509A12422A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B3A74A-B7C1-8309-3432-F32A8A983D1E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¿EN QUÉ ESTADO ESTAMOS?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AF5383D-E568-3CF2-D400-8BE467110BBB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C4E0176C-BE5B-4224-DADA-0800F86E8641}"/>
              </a:ext>
            </a:extLst>
          </p:cNvPr>
          <p:cNvSpPr txBox="1"/>
          <p:nvPr/>
        </p:nvSpPr>
        <p:spPr>
          <a:xfrm>
            <a:off x="1778018" y="2828954"/>
            <a:ext cx="2120215" cy="2665848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🟢 Completado</a:t>
            </a:r>
          </a:p>
          <a:p>
            <a:endParaRPr lang="es-CL" b="1" dirty="0"/>
          </a:p>
          <a:p>
            <a:r>
              <a:rPr lang="es-CL" b="1" dirty="0"/>
              <a:t>Incrementos 1 al 7</a:t>
            </a:r>
          </a:p>
          <a:p>
            <a:endParaRPr lang="es-CL" dirty="0"/>
          </a:p>
          <a:p>
            <a:r>
              <a:rPr lang="es-CL" dirty="0"/>
              <a:t>Las principales funcionalidades ya fueron desarrolladas e integradas.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FDF5C9-0018-C97D-98AC-431F0269C631}"/>
              </a:ext>
            </a:extLst>
          </p:cNvPr>
          <p:cNvSpPr txBox="1"/>
          <p:nvPr/>
        </p:nvSpPr>
        <p:spPr>
          <a:xfrm>
            <a:off x="5196187" y="2596608"/>
            <a:ext cx="1799624" cy="3130543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🔵 Actual</a:t>
            </a:r>
          </a:p>
          <a:p>
            <a:endParaRPr lang="es-CL" b="1" dirty="0"/>
          </a:p>
          <a:p>
            <a:r>
              <a:rPr lang="es-CL" b="1" dirty="0"/>
              <a:t>Incremento 8</a:t>
            </a:r>
          </a:p>
          <a:p>
            <a:endParaRPr lang="es-CL" dirty="0"/>
          </a:p>
          <a:p>
            <a:r>
              <a:rPr lang="es-CL" dirty="0"/>
              <a:t>Estamos consolidando la integración, auditoría y funcionamiento general de la solución.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DBA64F-0906-8236-C2F4-5BE8ED7A7C4A}"/>
              </a:ext>
            </a:extLst>
          </p:cNvPr>
          <p:cNvSpPr txBox="1"/>
          <p:nvPr/>
        </p:nvSpPr>
        <p:spPr>
          <a:xfrm>
            <a:off x="8364895" y="3146216"/>
            <a:ext cx="2120215" cy="2031325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⚪ Pendiente</a:t>
            </a:r>
          </a:p>
          <a:p>
            <a:endParaRPr lang="es-CL" b="1" dirty="0"/>
          </a:p>
          <a:p>
            <a:r>
              <a:rPr lang="es-CL" b="1" dirty="0"/>
              <a:t>Incremento 9</a:t>
            </a:r>
          </a:p>
          <a:p>
            <a:endParaRPr lang="es-CL" dirty="0"/>
          </a:p>
          <a:p>
            <a:r>
              <a:rPr lang="es-CL" dirty="0"/>
              <a:t>Corresponde al cierre final del proyecto.</a:t>
            </a:r>
          </a:p>
        </p:txBody>
      </p:sp>
    </p:spTree>
    <p:extLst>
      <p:ext uri="{BB962C8B-B14F-4D97-AF65-F5344CB8AC3E}">
        <p14:creationId xmlns:p14="http://schemas.microsoft.com/office/powerpoint/2010/main" val="2592293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E6BA6-D91F-400B-D494-533FCBF9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78C7B2E4-EC48-76CE-48AE-C618F1BD8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4E1574A-9D2C-D19F-B921-2CA8D8B1A04D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77DF0F-CDD6-9A71-9F7D-C0DD0304532F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EVIDENCIAS DEL DESARROLLO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8906D78-8A84-4E1A-E200-9D8629103064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9225CEC-4D5E-0081-BE19-12B2715C31EF}"/>
              </a:ext>
            </a:extLst>
          </p:cNvPr>
          <p:cNvSpPr/>
          <p:nvPr/>
        </p:nvSpPr>
        <p:spPr>
          <a:xfrm>
            <a:off x="2203554" y="6004118"/>
            <a:ext cx="7784892" cy="646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“Principales evidencias del desarrollo e integración de la solución.”</a:t>
            </a:r>
          </a:p>
        </p:txBody>
      </p:sp>
    </p:spTree>
    <p:extLst>
      <p:ext uri="{BB962C8B-B14F-4D97-AF65-F5344CB8AC3E}">
        <p14:creationId xmlns:p14="http://schemas.microsoft.com/office/powerpoint/2010/main" val="3330199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019A-0DF2-B0CC-C5C6-20B8BBF3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8C28CD4-7B03-E304-66E0-D29B2C28F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90D9B3C-0BB2-9843-487B-D15D5843661C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3F7FBB-45A0-56AE-0472-D7E583DCCB01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DIFICULTADES Y CÓMO LAS RESOLVIMOS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6D797DC-FADB-A754-50C6-49C94C11AD0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8D9881B8-06FF-A41C-B651-70DAD554F180}"/>
              </a:ext>
            </a:extLst>
          </p:cNvPr>
          <p:cNvSpPr txBox="1"/>
          <p:nvPr/>
        </p:nvSpPr>
        <p:spPr>
          <a:xfrm>
            <a:off x="480074" y="2150001"/>
            <a:ext cx="5615925" cy="1754326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rgbClr val="FFC000">
                <a:alpha val="40000"/>
              </a:srgb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Principales dificultades</a:t>
            </a:r>
          </a:p>
          <a:p>
            <a:endParaRPr lang="es-CL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Integración entre aplicación, API y almacenamiento.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Validación y manejo de archivos.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Corrección de errores durante las pruebas.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Coordinación de las tareas del equipo.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17C4B5-322D-31C7-4BCA-DDE0E07088AE}"/>
              </a:ext>
            </a:extLst>
          </p:cNvPr>
          <p:cNvSpPr txBox="1"/>
          <p:nvPr/>
        </p:nvSpPr>
        <p:spPr>
          <a:xfrm>
            <a:off x="6095999" y="4329068"/>
            <a:ext cx="5731643" cy="2040164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rgbClr val="FFC000">
                <a:alpha val="40000"/>
              </a:srgb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¿Cómo las solucionamos?</a:t>
            </a:r>
          </a:p>
          <a:p>
            <a:endParaRPr lang="es-CL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Pruebas progresivas.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Revisión del código.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Correcciones durante cada incremento.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Coordinación entre los integrantes.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Validación de las funcionalidades antes de continuar.</a:t>
            </a:r>
          </a:p>
        </p:txBody>
      </p:sp>
    </p:spTree>
    <p:extLst>
      <p:ext uri="{BB962C8B-B14F-4D97-AF65-F5344CB8AC3E}">
        <p14:creationId xmlns:p14="http://schemas.microsoft.com/office/powerpoint/2010/main" val="1567638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A1C3-BE8B-4D25-D707-6FAA07D3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F6C8A81F-BB6E-6031-CA37-1E86F2BF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63E2485-220C-F3DA-814D-FBF9992ECC53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5D4A88-3FC5-FB9D-9A1A-E5D32B9242DC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¿QUÉ NOS QUEDA?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F41D934-F297-13C6-7ADB-E812AAEF0F94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0AE0044-663E-DDE5-D00F-8A48D3E22F4D}"/>
              </a:ext>
            </a:extLst>
          </p:cNvPr>
          <p:cNvSpPr txBox="1"/>
          <p:nvPr/>
        </p:nvSpPr>
        <p:spPr>
          <a:xfrm>
            <a:off x="3825183" y="2303387"/>
            <a:ext cx="4541631" cy="2347048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Incremento 9 – Cierre del proyecto</a:t>
            </a:r>
          </a:p>
          <a:p>
            <a:endParaRPr lang="es-CL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Pruebas finales.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Correcciones pendientes.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Validación final con el cliente.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Consolidación de evidencias.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Documentación final.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dirty="0"/>
              <a:t>Preparación de la entrega y presentación.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C97584-89D3-EECC-C4C3-C0F33B53B7DF}"/>
              </a:ext>
            </a:extLst>
          </p:cNvPr>
          <p:cNvSpPr txBox="1"/>
          <p:nvPr/>
        </p:nvSpPr>
        <p:spPr>
          <a:xfrm>
            <a:off x="2252069" y="5176643"/>
            <a:ext cx="7687862" cy="923330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/>
              <a:t>Objetivo</a:t>
            </a:r>
          </a:p>
          <a:p>
            <a:endParaRPr lang="es-CL" b="1" dirty="0"/>
          </a:p>
          <a:p>
            <a:r>
              <a:rPr lang="es-CL" dirty="0"/>
              <a:t>Dejar la solución completamente validada y preparada para su entrega final.</a:t>
            </a:r>
          </a:p>
        </p:txBody>
      </p:sp>
    </p:spTree>
    <p:extLst>
      <p:ext uri="{BB962C8B-B14F-4D97-AF65-F5344CB8AC3E}">
        <p14:creationId xmlns:p14="http://schemas.microsoft.com/office/powerpoint/2010/main" val="172680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5575-FC4C-6771-364A-2E4D32593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18AFF46-DA70-4863-5C37-FBF6D00B9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407" y="76451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1C32D5F-E998-E356-912F-CC13FF262903}"/>
              </a:ext>
            </a:extLst>
          </p:cNvPr>
          <p:cNvSpPr txBox="1"/>
          <p:nvPr/>
        </p:nvSpPr>
        <p:spPr>
          <a:xfrm>
            <a:off x="136187" y="207550"/>
            <a:ext cx="3283662" cy="5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0CB5AF1-B214-2915-734A-7E60F2F71C60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600" b="1" dirty="0"/>
              <a:t>CONCLUSIÓN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0EB081-C44F-36AD-BAA1-B5C3C0C17B1D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41C1AB4-C938-241A-D9A0-74CD7D1AAF6B}"/>
              </a:ext>
            </a:extLst>
          </p:cNvPr>
          <p:cNvSpPr txBox="1"/>
          <p:nvPr/>
        </p:nvSpPr>
        <p:spPr>
          <a:xfrm>
            <a:off x="970548" y="2150001"/>
            <a:ext cx="102509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El proyecto permitió desarrollar una solución para centralizar la gestión de exámenes médicos dentro de WellQ.</a:t>
            </a:r>
          </a:p>
          <a:p>
            <a:endParaRPr lang="es-CL" dirty="0"/>
          </a:p>
          <a:p>
            <a:r>
              <a:rPr lang="es-CL" dirty="0"/>
              <a:t>Actualmente contamos con las principales funcionalidades implementadas y nos encontramos en el </a:t>
            </a:r>
            <a:r>
              <a:rPr lang="es-CL" b="1" dirty="0"/>
              <a:t>Incremento 8</a:t>
            </a:r>
            <a:r>
              <a:rPr lang="es-CL" dirty="0"/>
              <a:t>, realizando la consolidación e integración final.</a:t>
            </a:r>
          </a:p>
          <a:p>
            <a:endParaRPr lang="es-CL" dirty="0"/>
          </a:p>
          <a:p>
            <a:r>
              <a:rPr lang="es-CL" b="1" dirty="0"/>
              <a:t>Solo queda el Incremento 9</a:t>
            </a:r>
            <a:r>
              <a:rPr lang="es-CL" dirty="0"/>
              <a:t>, enfocado en las pruebas finales, validación, documentación y cierre del proyecto.</a:t>
            </a:r>
          </a:p>
        </p:txBody>
      </p:sp>
    </p:spTree>
    <p:extLst>
      <p:ext uri="{BB962C8B-B14F-4D97-AF65-F5344CB8AC3E}">
        <p14:creationId xmlns:p14="http://schemas.microsoft.com/office/powerpoint/2010/main" val="278727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1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67" name="Freeform: Shape 2063">
            <a:extLst>
              <a:ext uri="{FF2B5EF4-FFF2-40B4-BE49-F238E27FC236}">
                <a16:creationId xmlns:a16="http://schemas.microsoft.com/office/drawing/2014/main" id="{BB4D578A-F2C4-4EA9-A811-B48E66D63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242044" y="5463147"/>
            <a:ext cx="9707911" cy="7398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600" noProof="0" dirty="0">
                <a:latin typeface="+mj-lt"/>
                <a:ea typeface="+mj-ea"/>
                <a:cs typeface="+mj-cs"/>
              </a:rPr>
              <a:t>¡Muchas Gracias por su Atención! </a:t>
            </a:r>
          </a:p>
        </p:txBody>
      </p:sp>
      <p:pic>
        <p:nvPicPr>
          <p:cNvPr id="2" name="Picture 4" descr="140 ideas de Grados en 2025 | imagenes de graduados, imágenes de  graduación, ideas de fiesta de graduación">
            <a:extLst>
              <a:ext uri="{FF2B5EF4-FFF2-40B4-BE49-F238E27FC236}">
                <a16:creationId xmlns:a16="http://schemas.microsoft.com/office/drawing/2014/main" id="{2C920B99-9A9B-C26D-9B64-135CA19D2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81279" y="1024912"/>
            <a:ext cx="3291389" cy="32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3718" y="2066858"/>
            <a:ext cx="4533764" cy="113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1218</TotalTime>
  <Words>477</Words>
  <Application>Microsoft Office PowerPoint</Application>
  <PresentationFormat>Panorámica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Proyecto WellQ App Exámenes Medicos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pavezherrada@gmail.com</dc:creator>
  <cp:lastModifiedBy>pavezherrada@gmail.com</cp:lastModifiedBy>
  <cp:revision>57</cp:revision>
  <dcterms:created xsi:type="dcterms:W3CDTF">2025-03-31T00:42:12Z</dcterms:created>
  <dcterms:modified xsi:type="dcterms:W3CDTF">2026-09-30T23:15:19Z</dcterms:modified>
</cp:coreProperties>
</file>